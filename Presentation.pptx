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nu 03" userId="e2b3a49f381b5e45" providerId="LiveId" clId="{3716247C-F745-4C43-9D9A-F87AE42E71F3}"/>
    <pc:docChg chg="addSld modSld">
      <pc:chgData name="Minnu 03" userId="e2b3a49f381b5e45" providerId="LiveId" clId="{3716247C-F745-4C43-9D9A-F87AE42E71F3}" dt="2026-06-28T11:41:27.677" v="15" actId="22"/>
      <pc:docMkLst>
        <pc:docMk/>
      </pc:docMkLst>
      <pc:sldChg chg="addSp mod">
        <pc:chgData name="Minnu 03" userId="e2b3a49f381b5e45" providerId="LiveId" clId="{3716247C-F745-4C43-9D9A-F87AE42E71F3}" dt="2026-06-28T11:39:03.017" v="0" actId="22"/>
        <pc:sldMkLst>
          <pc:docMk/>
          <pc:sldMk cId="941599986" sldId="256"/>
        </pc:sldMkLst>
        <pc:picChg chg="add">
          <ac:chgData name="Minnu 03" userId="e2b3a49f381b5e45" providerId="LiveId" clId="{3716247C-F745-4C43-9D9A-F87AE42E71F3}" dt="2026-06-28T11:39:03.017" v="0" actId="22"/>
          <ac:picMkLst>
            <pc:docMk/>
            <pc:sldMk cId="941599986" sldId="256"/>
            <ac:picMk id="5" creationId="{79AC30FF-5BDA-46AD-CCEB-D104D62CC8C0}"/>
          </ac:picMkLst>
        </pc:picChg>
      </pc:sldChg>
      <pc:sldChg chg="addSp new mod">
        <pc:chgData name="Minnu 03" userId="e2b3a49f381b5e45" providerId="LiveId" clId="{3716247C-F745-4C43-9D9A-F87AE42E71F3}" dt="2026-06-28T11:39:58.617" v="9" actId="22"/>
        <pc:sldMkLst>
          <pc:docMk/>
          <pc:sldMk cId="511620639" sldId="257"/>
        </pc:sldMkLst>
        <pc:picChg chg="add">
          <ac:chgData name="Minnu 03" userId="e2b3a49f381b5e45" providerId="LiveId" clId="{3716247C-F745-4C43-9D9A-F87AE42E71F3}" dt="2026-06-28T11:39:58.617" v="9" actId="22"/>
          <ac:picMkLst>
            <pc:docMk/>
            <pc:sldMk cId="511620639" sldId="257"/>
            <ac:picMk id="3" creationId="{0654B2B7-AA8C-5F49-800E-80AA612DF9A3}"/>
          </ac:picMkLst>
        </pc:picChg>
      </pc:sldChg>
      <pc:sldChg chg="addSp new mod">
        <pc:chgData name="Minnu 03" userId="e2b3a49f381b5e45" providerId="LiveId" clId="{3716247C-F745-4C43-9D9A-F87AE42E71F3}" dt="2026-06-28T11:40:14.520" v="10" actId="22"/>
        <pc:sldMkLst>
          <pc:docMk/>
          <pc:sldMk cId="965177098" sldId="258"/>
        </pc:sldMkLst>
        <pc:picChg chg="add">
          <ac:chgData name="Minnu 03" userId="e2b3a49f381b5e45" providerId="LiveId" clId="{3716247C-F745-4C43-9D9A-F87AE42E71F3}" dt="2026-06-28T11:40:14.520" v="10" actId="22"/>
          <ac:picMkLst>
            <pc:docMk/>
            <pc:sldMk cId="965177098" sldId="258"/>
            <ac:picMk id="3" creationId="{708D8474-E4DC-7DC2-E9ED-5861014172BA}"/>
          </ac:picMkLst>
        </pc:picChg>
      </pc:sldChg>
      <pc:sldChg chg="addSp new mod">
        <pc:chgData name="Minnu 03" userId="e2b3a49f381b5e45" providerId="LiveId" clId="{3716247C-F745-4C43-9D9A-F87AE42E71F3}" dt="2026-06-28T11:40:30.275" v="11" actId="22"/>
        <pc:sldMkLst>
          <pc:docMk/>
          <pc:sldMk cId="1314428606" sldId="259"/>
        </pc:sldMkLst>
        <pc:picChg chg="add">
          <ac:chgData name="Minnu 03" userId="e2b3a49f381b5e45" providerId="LiveId" clId="{3716247C-F745-4C43-9D9A-F87AE42E71F3}" dt="2026-06-28T11:40:30.275" v="11" actId="22"/>
          <ac:picMkLst>
            <pc:docMk/>
            <pc:sldMk cId="1314428606" sldId="259"/>
            <ac:picMk id="3" creationId="{7E958B4C-8593-8696-A923-25C16A49D1EF}"/>
          </ac:picMkLst>
        </pc:picChg>
      </pc:sldChg>
      <pc:sldChg chg="addSp new mod">
        <pc:chgData name="Minnu 03" userId="e2b3a49f381b5e45" providerId="LiveId" clId="{3716247C-F745-4C43-9D9A-F87AE42E71F3}" dt="2026-06-28T11:40:47.581" v="12" actId="22"/>
        <pc:sldMkLst>
          <pc:docMk/>
          <pc:sldMk cId="1978185530" sldId="260"/>
        </pc:sldMkLst>
        <pc:picChg chg="add">
          <ac:chgData name="Minnu 03" userId="e2b3a49f381b5e45" providerId="LiveId" clId="{3716247C-F745-4C43-9D9A-F87AE42E71F3}" dt="2026-06-28T11:40:47.581" v="12" actId="22"/>
          <ac:picMkLst>
            <pc:docMk/>
            <pc:sldMk cId="1978185530" sldId="260"/>
            <ac:picMk id="3" creationId="{082EF217-D7B7-1637-D759-47D621538AEB}"/>
          </ac:picMkLst>
        </pc:picChg>
      </pc:sldChg>
      <pc:sldChg chg="addSp new mod">
        <pc:chgData name="Minnu 03" userId="e2b3a49f381b5e45" providerId="LiveId" clId="{3716247C-F745-4C43-9D9A-F87AE42E71F3}" dt="2026-06-28T11:41:02.227" v="13" actId="22"/>
        <pc:sldMkLst>
          <pc:docMk/>
          <pc:sldMk cId="1893458530" sldId="261"/>
        </pc:sldMkLst>
        <pc:picChg chg="add">
          <ac:chgData name="Minnu 03" userId="e2b3a49f381b5e45" providerId="LiveId" clId="{3716247C-F745-4C43-9D9A-F87AE42E71F3}" dt="2026-06-28T11:41:02.227" v="13" actId="22"/>
          <ac:picMkLst>
            <pc:docMk/>
            <pc:sldMk cId="1893458530" sldId="261"/>
            <ac:picMk id="3" creationId="{F9462754-FF68-3A7B-52AA-A983ABD5ED6C}"/>
          </ac:picMkLst>
        </pc:picChg>
      </pc:sldChg>
      <pc:sldChg chg="addSp new mod">
        <pc:chgData name="Minnu 03" userId="e2b3a49f381b5e45" providerId="LiveId" clId="{3716247C-F745-4C43-9D9A-F87AE42E71F3}" dt="2026-06-28T11:41:14.134" v="14" actId="22"/>
        <pc:sldMkLst>
          <pc:docMk/>
          <pc:sldMk cId="488394083" sldId="262"/>
        </pc:sldMkLst>
        <pc:picChg chg="add">
          <ac:chgData name="Minnu 03" userId="e2b3a49f381b5e45" providerId="LiveId" clId="{3716247C-F745-4C43-9D9A-F87AE42E71F3}" dt="2026-06-28T11:41:14.134" v="14" actId="22"/>
          <ac:picMkLst>
            <pc:docMk/>
            <pc:sldMk cId="488394083" sldId="262"/>
            <ac:picMk id="3" creationId="{380DB5CC-0819-2957-445D-8A9DE539FAF7}"/>
          </ac:picMkLst>
        </pc:picChg>
      </pc:sldChg>
      <pc:sldChg chg="addSp new mod">
        <pc:chgData name="Minnu 03" userId="e2b3a49f381b5e45" providerId="LiveId" clId="{3716247C-F745-4C43-9D9A-F87AE42E71F3}" dt="2026-06-28T11:41:27.677" v="15" actId="22"/>
        <pc:sldMkLst>
          <pc:docMk/>
          <pc:sldMk cId="162644250" sldId="263"/>
        </pc:sldMkLst>
        <pc:picChg chg="add">
          <ac:chgData name="Minnu 03" userId="e2b3a49f381b5e45" providerId="LiveId" clId="{3716247C-F745-4C43-9D9A-F87AE42E71F3}" dt="2026-06-28T11:41:27.677" v="15" actId="22"/>
          <ac:picMkLst>
            <pc:docMk/>
            <pc:sldMk cId="162644250" sldId="263"/>
            <ac:picMk id="3" creationId="{3B500164-D94F-5D21-FD1A-2012E591BE99}"/>
          </ac:picMkLst>
        </pc:picChg>
      </pc:sldChg>
      <pc:sldChg chg="new">
        <pc:chgData name="Minnu 03" userId="e2b3a49f381b5e45" providerId="LiveId" clId="{3716247C-F745-4C43-9D9A-F87AE42E71F3}" dt="2026-06-28T11:39:35.405" v="8" actId="680"/>
        <pc:sldMkLst>
          <pc:docMk/>
          <pc:sldMk cId="2958120382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735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22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90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772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00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12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02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06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41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543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5452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047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715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57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737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4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618BF32-CB74-420C-ACDD-95E367112CF5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506C504-7707-4E9B-B4D7-B1453E745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750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AC30FF-5BDA-46AD-CCEB-D104D62CC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3" b="9612"/>
          <a:stretch>
            <a:fillRect/>
          </a:stretch>
        </p:blipFill>
        <p:spPr>
          <a:xfrm>
            <a:off x="609600" y="988827"/>
            <a:ext cx="10972800" cy="545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9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54B2B7-AA8C-5F49-800E-80AA612DF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08" r="1776" b="8992"/>
          <a:stretch>
            <a:fillRect/>
          </a:stretch>
        </p:blipFill>
        <p:spPr>
          <a:xfrm>
            <a:off x="609600" y="754912"/>
            <a:ext cx="1077787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2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D8474-E4DC-7DC2-E9ED-586101417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3" r="711" b="17519"/>
          <a:stretch>
            <a:fillRect/>
          </a:stretch>
        </p:blipFill>
        <p:spPr>
          <a:xfrm>
            <a:off x="648586" y="1052624"/>
            <a:ext cx="10894828" cy="491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7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58B4C-8593-8696-A923-25C16A49D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3" b="12713"/>
          <a:stretch>
            <a:fillRect/>
          </a:stretch>
        </p:blipFill>
        <p:spPr>
          <a:xfrm>
            <a:off x="609600" y="744279"/>
            <a:ext cx="10972800" cy="52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2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EF217-D7B7-1637-D759-47D621538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8" r="1776" b="7287"/>
          <a:stretch>
            <a:fillRect/>
          </a:stretch>
        </p:blipFill>
        <p:spPr>
          <a:xfrm>
            <a:off x="609600" y="733647"/>
            <a:ext cx="10777870" cy="562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8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462754-FF68-3A7B-52AA-A983ABD5E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8" b="11473"/>
          <a:stretch>
            <a:fillRect/>
          </a:stretch>
        </p:blipFill>
        <p:spPr>
          <a:xfrm>
            <a:off x="609600" y="733646"/>
            <a:ext cx="10972800" cy="533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5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0DB5CC-0819-2957-445D-8A9DE539F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8" b="14419"/>
          <a:stretch>
            <a:fillRect/>
          </a:stretch>
        </p:blipFill>
        <p:spPr>
          <a:xfrm>
            <a:off x="609600" y="861237"/>
            <a:ext cx="10972800" cy="500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9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500164-D94F-5D21-FD1A-2012E591B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3" b="21395"/>
          <a:stretch>
            <a:fillRect/>
          </a:stretch>
        </p:blipFill>
        <p:spPr>
          <a:xfrm>
            <a:off x="609600" y="1360966"/>
            <a:ext cx="10972800" cy="464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4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120382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Minnu 03</dc:creator>
  <cp:lastModifiedBy>Minnu 03</cp:lastModifiedBy>
  <cp:revision>1</cp:revision>
  <dcterms:created xsi:type="dcterms:W3CDTF">2026-06-28T11:38:24Z</dcterms:created>
  <dcterms:modified xsi:type="dcterms:W3CDTF">2026-06-28T11:41:30Z</dcterms:modified>
</cp:coreProperties>
</file>